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5937" y="-189837"/>
            <a:ext cx="19150666" cy="10774012"/>
          </a:xfrm>
          <a:custGeom>
            <a:avLst/>
            <a:gdLst/>
            <a:ahLst/>
            <a:cxnLst/>
            <a:rect r="r" b="b" t="t" l="l"/>
            <a:pathLst>
              <a:path h="10774012" w="19150666">
                <a:moveTo>
                  <a:pt x="0" y="0"/>
                </a:moveTo>
                <a:lnTo>
                  <a:pt x="19150666" y="0"/>
                </a:lnTo>
                <a:lnTo>
                  <a:pt x="19150666" y="10774012"/>
                </a:lnTo>
                <a:lnTo>
                  <a:pt x="0" y="10774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4929" y="0"/>
            <a:ext cx="20428947" cy="10702738"/>
          </a:xfrm>
          <a:custGeom>
            <a:avLst/>
            <a:gdLst/>
            <a:ahLst/>
            <a:cxnLst/>
            <a:rect r="r" b="b" t="t" l="l"/>
            <a:pathLst>
              <a:path h="10702738" w="20428947">
                <a:moveTo>
                  <a:pt x="0" y="0"/>
                </a:moveTo>
                <a:lnTo>
                  <a:pt x="20428947" y="0"/>
                </a:lnTo>
                <a:lnTo>
                  <a:pt x="20428947" y="10702738"/>
                </a:lnTo>
                <a:lnTo>
                  <a:pt x="0" y="1070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79" r="-5171" b="-197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0256" y="0"/>
            <a:ext cx="18688512" cy="10287000"/>
          </a:xfrm>
          <a:custGeom>
            <a:avLst/>
            <a:gdLst/>
            <a:ahLst/>
            <a:cxnLst/>
            <a:rect r="r" b="b" t="t" l="l"/>
            <a:pathLst>
              <a:path h="10287000" w="18688512">
                <a:moveTo>
                  <a:pt x="0" y="0"/>
                </a:moveTo>
                <a:lnTo>
                  <a:pt x="18688512" y="0"/>
                </a:lnTo>
                <a:lnTo>
                  <a:pt x="18688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91" y="0"/>
            <a:ext cx="18253409" cy="10306531"/>
          </a:xfrm>
          <a:custGeom>
            <a:avLst/>
            <a:gdLst/>
            <a:ahLst/>
            <a:cxnLst/>
            <a:rect r="r" b="b" t="t" l="l"/>
            <a:pathLst>
              <a:path h="10306531" w="18253409">
                <a:moveTo>
                  <a:pt x="0" y="0"/>
                </a:moveTo>
                <a:lnTo>
                  <a:pt x="18253409" y="0"/>
                </a:lnTo>
                <a:lnTo>
                  <a:pt x="18253409" y="10306531"/>
                </a:lnTo>
                <a:lnTo>
                  <a:pt x="0" y="10306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34929"/>
            <a:ext cx="18327103" cy="10765469"/>
          </a:xfrm>
          <a:custGeom>
            <a:avLst/>
            <a:gdLst/>
            <a:ahLst/>
            <a:cxnLst/>
            <a:rect r="r" b="b" t="t" l="l"/>
            <a:pathLst>
              <a:path h="10765469" w="18327103">
                <a:moveTo>
                  <a:pt x="0" y="0"/>
                </a:moveTo>
                <a:lnTo>
                  <a:pt x="18327103" y="0"/>
                </a:lnTo>
                <a:lnTo>
                  <a:pt x="18327103" y="10765470"/>
                </a:lnTo>
                <a:lnTo>
                  <a:pt x="0" y="1076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25" t="0" r="-232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158" y="0"/>
            <a:ext cx="18318158" cy="10557173"/>
          </a:xfrm>
          <a:custGeom>
            <a:avLst/>
            <a:gdLst/>
            <a:ahLst/>
            <a:cxnLst/>
            <a:rect r="r" b="b" t="t" l="l"/>
            <a:pathLst>
              <a:path h="10557173" w="18318158">
                <a:moveTo>
                  <a:pt x="0" y="0"/>
                </a:moveTo>
                <a:lnTo>
                  <a:pt x="18318158" y="0"/>
                </a:lnTo>
                <a:lnTo>
                  <a:pt x="18318158" y="10557173"/>
                </a:lnTo>
                <a:lnTo>
                  <a:pt x="0" y="10557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7" t="0" r="-1397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DAHCOvRs89M</dc:identifier>
  <dcterms:modified xsi:type="dcterms:W3CDTF">2011-08-01T06:04:30Z</dcterms:modified>
  <cp:revision>1</cp:revision>
</cp:coreProperties>
</file>